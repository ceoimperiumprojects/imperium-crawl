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274320"/>
            <a:ext cx="1828800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1645920"/>
            <a:ext cx="1097280" cy="1097280"/>
          </a:xfrm>
          <a:prstGeom prst="rect">
            <a:avLst/>
          </a:prstGeom>
          <a:solidFill>
            <a:srgbClr val="CC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Kako sam spojio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rial"/>
              </a:defRPr>
            </a:pPr>
            <a:r>
              <a:t>Claude Code + MiniMax M2.7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2E"/>
                </a:solidFill>
                <a:latin typeface="Arial"/>
              </a:defRPr>
            </a:pPr>
            <a:r>
              <a:t>za autonomous AI improvement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Arial"/>
              </a:defRPr>
            </a:pPr>
            <a:r>
              <a:t>Od Haiku besplatnog → Haiku za $0.03/M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3200400" cy="640080"/>
          </a:xfrm>
          <a:prstGeom prst="rect">
            <a:avLst/>
          </a:prstGeom>
          <a:solidFill>
            <a:srgbClr val="CC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  imperium-crawl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Arial"/>
              </a:defRPr>
            </a:pPr>
            <a:r>
              <a:t>Full stack setup • LiteLLM proxy • Overnight autoresearch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8869680"/>
            <a:ext cx="91440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C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78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Claude Code Router mi je uništio billing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7160" cy="16459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955279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2D78"/>
                </a:solidFill>
                <a:latin typeface="Arial"/>
              </a:defRPr>
            </a:pPr>
            <a:r>
              <a:t>💳 Max subscription → API Usage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CCR hardkodira auth token = Anthropic ne vidi više Max sub. Svaki request košta.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37160" cy="1645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474720"/>
            <a:ext cx="7955279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💀 Router padne → Claude Code mrtav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Nema fallbacka. Nema recovery-ja. Samo timeout i crni ekran.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77840"/>
            <a:ext cx="137160" cy="164592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5577840"/>
            <a:ext cx="7955279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800"/>
                </a:solidFill>
                <a:latin typeface="Arial"/>
              </a:defRPr>
            </a:pPr>
            <a:r>
              <a:t>🔒 OAuth token se gubi u tranzitu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6364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CCR nikad ne prosleđuje realni OAuth header iz Claude Code klijenta.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869680"/>
            <a:ext cx="9144000" cy="2743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REŠENJE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LiteLLM proxy — transparentna forward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FF"/>
                </a:solidFill>
                <a:latin typeface="Arial"/>
              </a:defRPr>
            </a:pPr>
            <a:r>
              <a:t>Jedna settings linija rešava sve: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forward_client_headers_to_llm_api: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2D78"/>
                </a:solidFill>
                <a:latin typeface="Arial"/>
              </a:defRPr>
            </a:pPr>
            <a:r>
              <a:t>Kako radi: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118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Claude Code šalje OAuth header sa svakim requestom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LiteLLM proxy prima request, prosleđuje headers dalje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77840"/>
            <a:ext cx="5486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6235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Anthropic vidi originalni OAuth → Max subscription 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8869680"/>
            <a:ext cx="91440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78"/>
                </a:solidFill>
                <a:latin typeface="Arial"/>
              </a:defRPr>
            </a:pPr>
            <a:r>
              <a:t>ARHITEKTURA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localhost:4000 — tačno na sred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286000" cy="1097280"/>
          </a:xfrm>
          <a:prstGeom prst="rect">
            <a:avLst/>
          </a:prstGeom>
          <a:solidFill>
            <a:srgbClr val="333355"/>
          </a:solidFill>
          <a:ln w="2540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2D78"/>
                </a:solidFill>
                <a:latin typeface="Arial"/>
              </a:defRPr>
            </a:pPr>
            <a: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haiku / sonnet / opus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2926080"/>
            <a:ext cx="91440" cy="64008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3291840"/>
            <a:ext cx="4572000" cy="1280160"/>
          </a:xfrm>
          <a:prstGeom prst="rect">
            <a:avLst/>
          </a:prstGeom>
          <a:solidFill>
            <a:srgbClr val="004466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LiteLLM 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rial"/>
              </a:defRPr>
            </a:pPr>
            <a:r>
              <a:t>localhost:4000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DDFF"/>
                </a:solidFill>
                <a:latin typeface="Arial"/>
              </a:defRPr>
            </a:pPr>
            <a:r>
              <a:t>forward_client_headers: 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572000"/>
            <a:ext cx="9144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201168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212080"/>
            <a:ext cx="91440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4572000"/>
            <a:ext cx="91440" cy="7315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5212080"/>
            <a:ext cx="2011680" cy="9144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5212080"/>
            <a:ext cx="91440" cy="7315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2011680" cy="1097280"/>
          </a:xfrm>
          <a:prstGeom prst="rect">
            <a:avLst/>
          </a:prstGeom>
          <a:solidFill>
            <a:srgbClr val="442255"/>
          </a:solidFill>
          <a:ln w="2540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2D78"/>
                </a:solidFill>
                <a:latin typeface="Arial"/>
              </a:defRPr>
            </a:pPr>
            <a:r>
              <a:t>Anthropic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sonnet / opus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858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4FF"/>
                </a:solidFill>
                <a:latin typeface="Arial"/>
              </a:defRPr>
            </a:pPr>
            <a:r>
              <a:t>OAuth ✅ Max sub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6035040"/>
            <a:ext cx="2011680" cy="1097280"/>
          </a:xfrm>
          <a:prstGeom prst="rect">
            <a:avLst/>
          </a:prstGeom>
          <a:solidFill>
            <a:srgbClr val="330022"/>
          </a:solidFill>
          <a:ln w="25400">
            <a:solidFill>
              <a:srgbClr val="FF2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6126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2D78"/>
                </a:solidFill>
                <a:latin typeface="Arial"/>
              </a:defRPr>
            </a:pPr>
            <a:r>
              <a:t>MiniMax M2.7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6537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haiku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6858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4FF"/>
                </a:solidFill>
                <a:latin typeface="Arial"/>
              </a:defRPr>
            </a:pPr>
            <a:r>
              <a:t>$0.03/M tokens 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Arial"/>
              </a:defRPr>
            </a:pPr>
            <a:r>
              <a:t>OAuth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2D78"/>
                </a:solidFill>
                <a:latin typeface="Arial"/>
              </a:defRPr>
            </a:pPr>
            <a:r>
              <a:t>MiniMax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8869680"/>
            <a:ext cx="9144000" cy="2743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REZULTAT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Sve radi, ništa ne košta, ništa ne puca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Arial"/>
              </a:defRPr>
            </a:pPr>
            <a:r>
              <a:t>50x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jeftinije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Arial"/>
              </a:defRPr>
            </a:pPr>
            <a:r>
              <a:t>Haiku na MiniMax vs Max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9144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2D78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sonnet/opus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971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Arial"/>
              </a:defRPr>
            </a:pPr>
            <a:r>
              <a:t>Max subscription — 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22860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9144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CC66"/>
                </a:solidFill>
                <a:latin typeface="Arial"/>
              </a:defRPr>
            </a:pPr>
            <a:r>
              <a:t>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14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rezilijentnost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71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Arial"/>
              </a:defRPr>
            </a:pPr>
            <a:r>
              <a:t>Fallback ako LiteLLM padne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137160" cy="73152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23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✅  Healthcheck u bashrc — ako LiteLLM padne, Claude Code koristi direktni Anthropic.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8869680"/>
            <a:ext cx="9144000" cy="2743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78"/>
                </a:solidFill>
                <a:latin typeface="Arial"/>
              </a:defRPr>
            </a:pPr>
            <a:r>
              <a:t>AUTORESEARCH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Karpathy-style autonomous 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011680"/>
            <a:ext cx="36576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Arial"/>
              </a:defRPr>
            </a:pPr>
            <a:r>
              <a:t>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Run test suite → find lowest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3246120"/>
            <a:ext cx="36576" cy="54864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2D78"/>
                </a:solidFill>
                <a:latin typeface="Arial"/>
              </a:defRPr>
            </a:pPr>
            <a: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Make ONE targeted improvement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4480560"/>
            <a:ext cx="36576" cy="54864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66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Re-run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640080" cy="64008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074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5715000"/>
            <a:ext cx="36576" cy="54864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120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800"/>
                </a:solidFill>
                <a:latin typeface="Arial"/>
              </a:defRPr>
            </a:pPr>
            <a:r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532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If improved → git commit. If not → discard.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09360"/>
            <a:ext cx="64008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09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355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Arial"/>
              </a:defRPr>
            </a:pPr>
            <a:r>
              <a:t>Repeat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6766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Next iteration — overnight, 50x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8869680"/>
            <a:ext cx="9144000" cy="2743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Šta ovo znači za OSS?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" cy="164592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"The future of OSS maintenance might just 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Arial"/>
              </a:defRPr>
            </a:pPr>
            <a:r>
              <a:t>leave it running overnight."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10515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918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78"/>
                </a:solidFill>
                <a:latin typeface="Arial"/>
              </a:defRPr>
            </a:pPr>
            <a:r>
              <a:t>imperium-crawl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033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AI-native web scraping framework, 30+ tools, stalno se sam poboljšava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34840"/>
            <a:ext cx="8229600" cy="10515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52628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78"/>
                </a:solidFill>
                <a:latin typeface="Arial"/>
              </a:defRPr>
            </a:pPr>
            <a:r>
              <a:t>Compound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9377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Male izmene se akumuliraju — svake noći malo bolji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69280"/>
            <a:ext cx="8229600" cy="10515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76072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78"/>
                </a:solidFill>
                <a:latin typeface="Arial"/>
              </a:defRPr>
            </a:pPr>
            <a:r>
              <a:t>Minimal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61722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50 iteracija noću košta ~$0.50 na MiniMax umesto ~$25 na Max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903720"/>
            <a:ext cx="8229600" cy="105156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995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69951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D78"/>
                </a:solidFill>
                <a:latin typeface="Arial"/>
              </a:defRPr>
            </a:pPr>
            <a:r>
              <a:t>Max sub preserved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740664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sonnet/opus i dalje besplatni sa Max — nikad se ne troše na haiku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8869680"/>
            <a:ext cx="91440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0"/>
          </a:xfrm>
          <a:prstGeom prst="rect">
            <a:avLst/>
          </a:prstGeom>
          <a:solidFill>
            <a:srgbClr val="FF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3657600"/>
            <a:ext cx="2286000" cy="1828800"/>
          </a:xfrm>
          <a:prstGeom prst="rect">
            <a:avLst/>
          </a:prstGeom>
          <a:solidFill>
            <a:srgbClr val="CC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457200"/>
            <a:ext cx="1097280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0"/>
            <a:ext cx="137160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rial"/>
              </a:defRPr>
            </a:pPr>
            <a:r>
              <a:t>imperium-crawl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Open source. 30+ scraping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Arial"/>
              </a:defRPr>
            </a:pPr>
            <a:r>
              <a:t>Autonomous AI improvement loop included.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Arial"/>
              </a:defRPr>
            </a:pPr>
            <a:r>
              <a:t>Try it tonight.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13716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60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Arial"/>
              </a:defRPr>
            </a:pPr>
            <a:r>
              <a:t>github.com/[username]/imperium-crawl  ← link u opisu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858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Running AI agents at scale?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498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Arial"/>
              </a:defRPr>
            </a:pPr>
            <a:r>
              <a:t>Kako rešavaš model routing i cost optimization? 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869680"/>
            <a:ext cx="914400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